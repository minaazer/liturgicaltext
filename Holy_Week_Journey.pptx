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Spiritual Journey of Holy Week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Through Hymns &amp; Rites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Entering a Different Kind of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Holy Week is not a normal week</a:t>
            </a:r>
          </a:p>
          <a:p>
            <a:r>
              <a:t>The Church invites us to slow down, step out of ordinary time, and walk with Christ</a:t>
            </a:r>
          </a:p>
          <a:p>
            <a:r>
              <a:t>We are not remembering events — we are walking with Christ</a:t>
            </a:r>
          </a:p>
          <a:p>
            <a:r>
              <a:t>Key question: Why is everything so long, repetitive, and musical?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Why This Week Exists: The Meaning of the Cross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Christ entered our pain, fear, and death</a:t>
            </a:r>
          </a:p>
          <a:p>
            <a:r>
              <a:t>The Passion is divine love, not tragedy</a:t>
            </a:r>
          </a:p>
          <a:p>
            <a:r>
              <a:t>The Cross is where justice meets mercy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The Structure of the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Palm Sunday → rejection</a:t>
            </a:r>
          </a:p>
          <a:p>
            <a:r>
              <a:t>Monday–Wednesday → confrontation</a:t>
            </a:r>
          </a:p>
          <a:p>
            <a:r>
              <a:t>Thursday → love and betrayal</a:t>
            </a:r>
          </a:p>
          <a:p>
            <a:r>
              <a:t>Friday → sacrifice</a:t>
            </a:r>
          </a:p>
          <a:p>
            <a:r>
              <a:t>Saturday → waiting</a:t>
            </a:r>
          </a:p>
          <a:p>
            <a:r>
              <a:t>Resurrection → victory</a:t>
            </a:r>
          </a:p>
          <a:p>
            <a:r>
              <a:t>Framework: Readings, Rites, Hymns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Key Triad of the Holy Week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Readings, Rites, Hymns</a:t>
            </a:r>
          </a:p>
          <a:p>
            <a:r>
              <a:t>Hymns are theology, prayer, and experience</a:t>
            </a:r>
          </a:p>
          <a:p>
            <a:r>
              <a:t>They express what words cannot</a:t>
            </a:r>
          </a:p>
          <a:p>
            <a:r>
              <a:t>The Church teaches theology through melody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Entering One Hour of Holy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the prophecies is an opening hymn to set a slow, sorrowful tone</a:t>
            </a:r>
          </a:p>
          <a:p>
            <a:pPr/>
            <a:r>
              <a:t>The Prophecies (Old Testament Readings)</a:t>
            </a:r>
          </a:p>
          <a:p>
            <a:pPr lvl="1"/>
            <a:r>
              <a:t>Drawn from: Isaiah, Jeremiah, Torah, Minor prophets</a:t>
            </a:r>
          </a:p>
          <a:p>
            <a:pPr lvl="1"/>
            <a:r>
              <a:t>Theological meaning: The Cross was not accidental. It was foretold, prepared, and awaited</a:t>
            </a:r>
          </a:p>
          <a:p>
            <a:pPr lvl="1"/>
            <a:r>
              <a:t>Spiritual purpose: The Church wants you to see Christ everywhere in Scripture and realize that salvation is one continuous story</a:t>
            </a:r>
          </a:p>
          <a:p>
            <a:pPr lvl="1"/>
            <a:r>
              <a:t>💡 Key insight: The Cross is not a moment… it is the fulfillment of all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precious teachings of the church fathers that reflect on the events and purpose of this hour or day.</a:t>
            </a:r>
          </a:p>
          <a:p>
            <a:r>
              <a:t>Liturgical Wisdom: Before the homily the church chants a calm and beautiful tune as an introduction</a:t>
            </a:r>
          </a:p>
          <a:p>
            <a:r>
              <a:t>Why is it placed here? Because the readings are long and dense. The mind becomes saturated, tired, full.</a:t>
            </a:r>
          </a:p>
          <a:p>
            <a:r>
              <a:t>Purpose of the calm melody: Not filler — but spiritual recovery. It allows digestion of the Word, emotional settling, preparation for deeper meaning.</a:t>
            </a:r>
          </a:p>
          <a:p>
            <a:r>
              <a:t>💡 Key insight: The Church understands the human soul and builds rest into worship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Paschal Praise (Thine is the power)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Theological meaning: Declares Christ’s kingship and victory</a:t>
            </a:r>
          </a:p>
          <a:p>
            <a:r>
              <a:t>Paradox: We are in the middle of suffering, betrayal, crucifixion... Yet we say: “Yours is the power and the glory”</a:t>
            </a:r>
          </a:p>
          <a:p>
            <a:r>
              <a:t>Spiritual meaning: The Church sees the Cross not as defeat but as enthronement. The Cross = love + victory, not loss</a:t>
            </a:r>
          </a:p>
          <a:p>
            <a:r>
              <a:t>💡 Key insight: We proclaim victory before we see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Repetition (Spiritual Formation)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Paschal Praise is repeated many times</a:t>
            </a:r>
          </a:p>
          <a:p>
            <a:r>
              <a:t>Why repetition? To move truth from mind → heart</a:t>
            </a:r>
          </a:p>
          <a:p>
            <a:r>
              <a:t>Deeper spiritual role: Creates rhythm, stillness, internal participation. Hymns express what words cannot.</a:t>
            </a:r>
          </a:p>
          <a:p>
            <a:r>
              <a:t>💡 Key insight: Repetition turns knowledge into experience. Repetition engraves truth in the heart.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Psalm in the Long Tune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Spiritual meaning: The Psalm is deeply emotional and personal</a:t>
            </a:r>
          </a:p>
          <a:p>
            <a:r>
              <a:t>So the Church stretches it, gives space to feel it</a:t>
            </a:r>
          </a:p>
          <a:p>
            <a:r>
              <a:t>Effect: Moves from communal reading → personal prayer</a:t>
            </a:r>
          </a:p>
          <a:p>
            <a:r>
              <a:t>💡 Key insight: The Psalm is where you enter the 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Gospel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climax of the hour</a:t>
            </a:r>
          </a:p>
          <a:p>
            <a:r>
              <a:t>Meaning: Now Christ speaks directly; the Passion unfolds</a:t>
            </a:r>
          </a:p>
          <a:p>
            <a:r>
              <a:t>Spiritual significance: Everything before was preparation / Now comes encounter</a:t>
            </a:r>
          </a:p>
          <a:p>
            <a:r>
              <a:t>Connection to structure: Readings → prepare / Hymns → soften / Gospel → reveal</a:t>
            </a:r>
          </a:p>
          <a:p>
            <a:r>
              <a:t>💡 Key insight: The Gospel is not information - It is presence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Exposition (Explanation of the Hour)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poetic, often symbolic explanation</a:t>
            </a:r>
          </a:p>
          <a:p>
            <a:r>
              <a:t>Function: Interprets events, symbols and spiritual meaning</a:t>
            </a:r>
          </a:p>
          <a:p>
            <a:r>
              <a:t>Style: Not academic. Often poetic, symbolic, emotional.</a:t>
            </a:r>
          </a:p>
          <a:p>
            <a:r>
              <a:t>Spiritual role: Helps the believer locate themselves in the story, understand the deeper meaning</a:t>
            </a:r>
          </a:p>
          <a:p>
            <a:r>
              <a:t>💡 Key insight: The exposition teaches us how to see spiritually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Hour as a Whole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is it long? Because each element prepares, deepens, transforms</a:t>
            </a:r>
          </a:p>
          <a:p>
            <a:r>
              <a:t>Holy Week is meant for full immersion and devotion</a:t>
            </a:r>
          </a:p>
          <a:p>
            <a:r>
              <a:t>Spiritual truth: The goal is not completion. The goal is transformation.</a:t>
            </a:r>
          </a:p>
          <a:p>
            <a:r>
              <a:t>💡 Final insight: The Church stretches time so that eternity can enter it</a:t>
            </a:r>
          </a:p>
          <a:p>
            <a:r>
              <a:t>“Each hour is not a service… it is a journey”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What the Music Is Doing to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Hazayni tone expresses holy sorrow</a:t>
            </a:r>
          </a:p>
          <a:p>
            <a:r>
              <a:t>O Monogenis = creed in suffering</a:t>
            </a:r>
          </a:p>
          <a:p>
            <a:r>
              <a:t>Pekethronos = Christ’s glory in suffering</a:t>
            </a:r>
          </a:p>
          <a:p>
            <a:r>
              <a:t>Repetition acts like spiritual breathing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The Turning Point: Where Are You?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Distracted, busy, mechanical, or present?</a:t>
            </a:r>
          </a:p>
          <a:p>
            <a:r>
              <a:t>Am I attending or walking with Christ?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8) Final Movement: From Length to Love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Church slows us down to open our hearts</a:t>
            </a:r>
          </a:p>
          <a:p>
            <a:r>
              <a:t>Holy Week is about staying with Christ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Holy Week transforms sorrow to joy, death to life, ritual to encounter</a:t>
            </a:r>
          </a:p>
          <a:p>
            <a:r>
              <a:t>Every long hour is an invitation: Don’t leave Him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