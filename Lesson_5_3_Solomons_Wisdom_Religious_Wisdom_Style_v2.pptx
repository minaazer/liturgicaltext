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pic>
        <p:nvPicPr>
          <p:cNvPr id="6" name="Picture 5" descr="wisdom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14600"/>
            <a:ext cx="493776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233172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0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703320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4F4042"/>
                </a:solidFill>
                <a:latin typeface="Georgia"/>
              </a:defRPr>
            </a:pPr>
            <a:r>
              <a:t>Lesson 5.3: Solomon's Wisdom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57200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8C5766"/>
                </a:solidFill>
                <a:latin typeface="Aptos"/>
              </a:defRPr>
            </a:pPr>
            <a:r>
              <a:t>God gives wisdom to those who ask Him.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Lesson 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To understand that God's wisdom is available to everyone who asks Him sincerely.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To see that living with godly wisdom brings blessing, peace, and right judgment.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To learn from Solomon's strengths and from the mistakes that led to his decline.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Wisdom is a gift from God, but it must be guarded with humility.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Big idea: wisdom is not only knowledge. It is living in a way that pleases God.</a:t>
            </a:r>
          </a:p>
        </p:txBody>
      </p:sp>
      <p:pic>
        <p:nvPicPr>
          <p:cNvPr id="14" name="Picture 13" descr="wisdom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709160" cy="4316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Who Was King Solomon?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Solomon was the son of King David and Bathsheba and became the third king of united Israel.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He inherited a strong kingdom and ruled during a time of peace, wealth, and honor.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Under Solomon, Israel reached its greatest point of power, beauty, and influence.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He is remembered as the king most closely connected with wisdom.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Solomon began with great gifts, a great kingdom, and a great calling.</a:t>
            </a:r>
          </a:p>
        </p:txBody>
      </p:sp>
      <p:pic>
        <p:nvPicPr>
          <p:cNvPr id="14" name="Picture 13" descr="closed_wisdom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28800"/>
            <a:ext cx="3063240" cy="3063240"/>
          </a:xfrm>
          <a:prstGeom prst="rect">
            <a:avLst/>
          </a:prstGeom>
        </p:spPr>
      </p:pic>
      <p:pic>
        <p:nvPicPr>
          <p:cNvPr id="15" name="Picture 1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40280"/>
            <a:ext cx="486295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Why Was Solomon So Famous?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He built the first Temple in Jerusalem, one of the great wonders of the ancient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He was known for leadership, prosperity, trade, and peace with surrounding nations.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He wrote proverbs, songs, and books of wisdom that still guide believers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His greatness was not only political. It was also spiritual and intellectual.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God gave Solomon gifts that made his kingdom shine before the nations.</a:t>
            </a:r>
          </a:p>
        </p:txBody>
      </p:sp>
      <p:pic>
        <p:nvPicPr>
          <p:cNvPr id="14" name="Picture 13" descr="wisdom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709160" cy="4316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71323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28800"/>
            <a:ext cx="4480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4F4042"/>
                </a:solidFill>
                <a:latin typeface="Aptos"/>
              </a:defRPr>
            </a:pPr>
            <a:r>
              <a:t>Solomon Asked</a:t>
            </a:r>
            <a:br/>
            <a:r>
              <a:t>for Wisdom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52628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8C5766"/>
                </a:solidFill>
                <a:latin typeface="Aptos"/>
              </a:defRPr>
            </a:pPr>
            <a:r>
              <a:t>He asked for the right thing when God tested his heart.</a:t>
            </a:r>
          </a:p>
        </p:txBody>
      </p:sp>
      <p:pic>
        <p:nvPicPr>
          <p:cNvPr id="9" name="Picture 8" descr="open_bible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2588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A Wise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God appeared to Solomon and told him to ask for whatever he wanted.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Instead of riches or victory over enemies, Solomon asked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He wanted wisdom so he could govern God's people with justice and discernment.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Because he asked well, God also gave him honor, riches, and blessing.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1 Kings 3 shows that God delights in hearts that desire wisdom over selfish gain.</a:t>
            </a:r>
          </a:p>
        </p:txBody>
      </p:sp>
      <p:pic>
        <p:nvPicPr>
          <p:cNvPr id="14" name="Picture 13" descr="closed_wisdom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28800"/>
            <a:ext cx="3063240" cy="3063240"/>
          </a:xfrm>
          <a:prstGeom prst="rect">
            <a:avLst/>
          </a:prstGeom>
        </p:spPr>
      </p:pic>
      <p:pic>
        <p:nvPicPr>
          <p:cNvPr id="15" name="Picture 1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40280"/>
            <a:ext cx="486295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Wisdom on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Solomon's wisdom became clear in the famous judgment between the two women and the infant child.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He understood that the true mother would rather give up the child than see him harmed.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His wisdom spread far beyond Israel and reached the ears of the Queen of Sheba.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Real wisdom sees beneath words and reaches the truth of the heart.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Wisdom is more than information. It is the ability to judge rightly.</a:t>
            </a:r>
          </a:p>
        </p:txBody>
      </p:sp>
      <p:pic>
        <p:nvPicPr>
          <p:cNvPr id="14" name="Picture 13" descr="open_bible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71323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28800"/>
            <a:ext cx="4480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4F4042"/>
                </a:solidFill>
                <a:latin typeface="Aptos"/>
              </a:defRPr>
            </a:pPr>
            <a:r>
              <a:t>God's Wisdom and</a:t>
            </a:r>
            <a:br/>
            <a:r>
              <a:t>Man's Wisdom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52628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8C5766"/>
                </a:solidFill>
                <a:latin typeface="Aptos"/>
              </a:defRPr>
            </a:pPr>
            <a:r>
              <a:t>True wisdom begins with knowing God and staying humble.</a:t>
            </a:r>
          </a:p>
        </p:txBody>
      </p:sp>
      <p:pic>
        <p:nvPicPr>
          <p:cNvPr id="9" name="Picture 8" descr="open_bible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2588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What Is True Wisdom?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Man's wisdom often focuses on intelligence, success, skill, and reputation.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God's wisdom teaches us how to live in a way that pleases Him.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Godly wisdom brings peace, humility, self-control, and right choices.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A proud heart can be smart, but a humble heart can become truly wise.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Proverbs teaches that wisdom and humility belong together.</a:t>
            </a:r>
          </a:p>
        </p:txBody>
      </p:sp>
      <p:pic>
        <p:nvPicPr>
          <p:cNvPr id="14" name="Picture 13" descr="wisdom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709160" cy="4316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What the Fathers Teach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Abba Anthony taught that we should always keep God before our eyes.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Abba Daniel warned that too much comfort can weaken the soul.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St. Jerome reminds us that earthly things seem empty when compared with Christ.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The saints show us that wisdom grows best in humility, prayer, and simplicity.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The Fathers connect wisdom with holiness, not just with cleverness.</a:t>
            </a:r>
          </a:p>
        </p:txBody>
      </p:sp>
      <p:pic>
        <p:nvPicPr>
          <p:cNvPr id="14" name="Picture 13" descr="closed_wisdom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28800"/>
            <a:ext cx="3063240" cy="3063240"/>
          </a:xfrm>
          <a:prstGeom prst="rect">
            <a:avLst/>
          </a:prstGeom>
        </p:spPr>
      </p:pic>
      <p:pic>
        <p:nvPicPr>
          <p:cNvPr id="15" name="Picture 1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40280"/>
            <a:ext cx="486295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71323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28800"/>
            <a:ext cx="4480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4F4042"/>
                </a:solidFill>
                <a:latin typeface="Aptos"/>
              </a:defRPr>
            </a:pPr>
            <a:r>
              <a:t>Solomon's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52628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8C5766"/>
                </a:solidFill>
                <a:latin typeface="Aptos"/>
              </a:defRPr>
            </a:pPr>
            <a:r>
              <a:t>A gifted life can still fall when the heart drifts from God.</a:t>
            </a:r>
          </a:p>
        </p:txBody>
      </p:sp>
      <p:pic>
        <p:nvPicPr>
          <p:cNvPr id="9" name="Picture 8" descr="open_bible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2588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How Solomon Began to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Solomon slowly turned from the pursuit of God toward luxury, pleasure, and comfort.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He allowed wrong influences into his life through disobedience and compromise.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He permitted idolatry and let his heart be divided instead of fully faithful to God.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His story warns us that blessing without watchfulness can become dangerous.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The greater the gift, the more carefully we must guard the heart.</a:t>
            </a:r>
          </a:p>
        </p:txBody>
      </p:sp>
      <p:pic>
        <p:nvPicPr>
          <p:cNvPr id="14" name="Picture 13" descr="wisdom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709160" cy="43167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A Warning for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Authority, talent, status, and success do not automatically produce holiness.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When people prosper, they can begin to forget how much they still need God.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We must guard our hearts, our life, and our doctrine with honesty and prayer.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Do not only pray for success. Pray for the character to handle success well.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Solomon's failure teaches us to stay dependent on God even in blessing.</a:t>
            </a:r>
          </a:p>
        </p:txBody>
      </p:sp>
      <p:pic>
        <p:nvPicPr>
          <p:cNvPr id="14" name="Picture 13" descr="closed_wisdom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28800"/>
            <a:ext cx="3063240" cy="3063240"/>
          </a:xfrm>
          <a:prstGeom prst="rect">
            <a:avLst/>
          </a:prstGeom>
        </p:spPr>
      </p:pic>
      <p:pic>
        <p:nvPicPr>
          <p:cNvPr id="15" name="Picture 1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40280"/>
            <a:ext cx="486295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What Solomon Learned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In Ecclesiastes, Solomon admits that a life centered on earthly gain is vanity.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He discovered that pleasure, wealth, and achievement cannot satisfy the heart without God.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His final lesson is simple: fear God and keep His commandments.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The end of wisdom is not pride. It is repentance and obedience.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Ecclesiastes shows that life without God feels empty no matter how successful it looks.</a:t>
            </a:r>
          </a:p>
        </p:txBody>
      </p:sp>
      <p:pic>
        <p:nvPicPr>
          <p:cNvPr id="14" name="Picture 13" descr="open_bible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71323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28800"/>
            <a:ext cx="4480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4F4042"/>
                </a:solidFill>
                <a:latin typeface="Aptos"/>
              </a:defRPr>
            </a:pPr>
            <a:r>
              <a:t>How Do We Gain</a:t>
            </a:r>
            <a:br/>
            <a:r>
              <a:t>Wisdom?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52628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8C5766"/>
                </a:solidFill>
                <a:latin typeface="Aptos"/>
              </a:defRPr>
            </a:pPr>
            <a:r>
              <a:t>Godly wisdom can grow in us through daily habits of grace.</a:t>
            </a:r>
          </a:p>
        </p:txBody>
      </p:sp>
      <p:pic>
        <p:nvPicPr>
          <p:cNvPr id="9" name="Picture 8" descr="open_bible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2588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Ways to Grow in Wisdom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Ask God for wisdom in prayer and speak to Him honestly about your choices.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Read and study the Word of God so your mind learns His ways.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Listen to wise and godly people who can correct and guide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Use your gifts faithfully and practice obedience in daily life.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Prayer, Scripture, humility, and obedience form a wise heart.</a:t>
            </a:r>
          </a:p>
        </p:txBody>
      </p:sp>
      <p:pic>
        <p:nvPicPr>
          <p:cNvPr id="14" name="Picture 13" descr="closed_wisdom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28800"/>
            <a:ext cx="3063240" cy="3063240"/>
          </a:xfrm>
          <a:prstGeom prst="rect">
            <a:avLst/>
          </a:prstGeom>
        </p:spPr>
      </p:pic>
      <p:pic>
        <p:nvPicPr>
          <p:cNvPr id="15" name="Picture 1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40280"/>
            <a:ext cx="486295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Challenge for 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Read one chapter of Proverbs each day as a way of training your heart in wisdom.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Pray each day: Lord, give me wisdom and a humble heart.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Choose one area where you will obey God more carefully this week.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Wisdom grows when we not only hear God's word, but also live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Proverbs is one of the clearest daily paths toward wisdom.</a:t>
            </a:r>
          </a:p>
        </p:txBody>
      </p:sp>
      <p:pic>
        <p:nvPicPr>
          <p:cNvPr id="14" name="Picture 13" descr="wisdom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709160" cy="43167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256032"/>
            <a:ext cx="11612880" cy="632764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34440"/>
            <a:ext cx="538665" cy="658368"/>
          </a:xfrm>
          <a:prstGeom prst="rect">
            <a:avLst/>
          </a:prstGeom>
        </p:spPr>
      </p:pic>
      <p:pic>
        <p:nvPicPr>
          <p:cNvPr id="4" name="Picture 3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749808"/>
            <a:ext cx="374073" cy="457200"/>
          </a:xfrm>
          <a:prstGeom prst="rect">
            <a:avLst/>
          </a:prstGeom>
        </p:spPr>
      </p:pic>
      <p:pic>
        <p:nvPicPr>
          <p:cNvPr id="5" name="Picture 4" descr="smal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74920"/>
            <a:ext cx="35911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8C5766"/>
                </a:solidFill>
                <a:latin typeface="Georgia"/>
              </a:defRPr>
            </a:pPr>
            <a:r>
              <a:t>Wisdom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15568"/>
            <a:ext cx="5394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4F4042"/>
                </a:solidFill>
                <a:latin typeface="Georgia"/>
              </a:defRPr>
            </a:pPr>
            <a:r>
              <a:t>Final 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Solomon had wisdom, power, honor, and success, yet he still needed faithfulness.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His life teaches us that the greatest treasure is not talent, but closeness to God.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4F4042"/>
                </a:solidFill>
                <a:latin typeface="Aptos"/>
              </a:defRPr>
            </a:pPr>
            <a:r>
              <a:t>• God is still ready to give wisdom generously to those who ask Him.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7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2000" b="1" i="0">
                <a:solidFill>
                  <a:srgbClr val="8C5766"/>
                </a:solidFill>
                <a:latin typeface="Aptos"/>
              </a:defRPr>
            </a:pPr>
            <a:r>
              <a:t>• Wisdom is not only what you know. It is how you walk with God.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13248"/>
            <a:ext cx="5440680" cy="658368"/>
          </a:xfrm>
          <a:prstGeom prst="roundRect">
            <a:avLst/>
          </a:prstGeom>
          <a:solidFill>
            <a:srgbClr val="EAD9DF"/>
          </a:solidFill>
          <a:ln>
            <a:solidFill>
              <a:srgbClr val="C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5038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8C5766"/>
                </a:solidFill>
                <a:latin typeface="Aptos"/>
              </a:defRPr>
            </a:pPr>
            <a:r>
              <a:t>Proverbs 4:11: "I have taught you in the way of wisdom; I have led you in right paths."</a:t>
            </a:r>
          </a:p>
        </p:txBody>
      </p:sp>
      <p:pic>
        <p:nvPicPr>
          <p:cNvPr id="14" name="Picture 13" descr="open_bible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